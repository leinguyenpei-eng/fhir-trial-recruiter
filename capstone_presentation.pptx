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9050">
            <a:solidFill>
              <a:srgbClr val="00B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0B0FF">
              <a:alpha val="10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DATA SCIENTIST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Recruitment Engine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22046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54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1546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22046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154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31546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22046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154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1546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122046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154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709160"/>
            <a:ext cx="8823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github.com/&lt;your-username&gt;/fhir-trial-recruiter  ·  streamlit.io/demo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566160"/>
          </a:xfrm>
          <a:prstGeom prst="rect">
            <a:avLst/>
          </a:prstGeom>
          <a:solidFill>
            <a:srgbClr val="122046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trial timelines spent on patient screening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chart review: slow, expensive, error-prone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locked in silos — no standard access layer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eligibility assessed differently per 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2651760"/>
            <a:ext cx="548640" cy="0"/>
          </a:xfrm>
          <a:prstGeom prst="line">
            <a:avLst/>
          </a:prstGeom>
          <a:noFill/>
          <a:ln w="31750">
            <a:solidFill>
              <a:srgbClr val="00B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3931920" cy="3566160"/>
          </a:xfrm>
          <a:prstGeom prst="rect">
            <a:avLst/>
          </a:prstGeom>
          <a:solidFill>
            <a:srgbClr val="122046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API — same standard as eClinicalWorks &amp; Practice Fusion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→ normalized SQLite database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each patient's eligibility (0–100)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— filter, view, export in seconds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reduction in manual screening time  ·  Model AUC ≈ 0.94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4-PHASE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3520440"/>
          </a:xfrm>
          <a:prstGeom prst="rect">
            <a:avLst/>
          </a:prstGeom>
          <a:solidFill>
            <a:srgbClr val="122046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6596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41732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fhir_client.py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+ Condition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via 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0592" y="868680"/>
            <a:ext cx="1965960" cy="3520440"/>
          </a:xfrm>
          <a:prstGeom prst="rect">
            <a:avLst/>
          </a:prstGeom>
          <a:solidFill>
            <a:srgbClr val="122046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868680"/>
            <a:ext cx="1965960" cy="320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50592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ETL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4912" y="2011680"/>
            <a:ext cx="1417320" cy="274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10312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etl_pipeline.py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EHR DWH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6552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26864" y="868680"/>
            <a:ext cx="1965960" cy="3520440"/>
          </a:xfrm>
          <a:prstGeom prst="rect">
            <a:avLst/>
          </a:prstGeom>
          <a:solidFill>
            <a:srgbClr val="122046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868680"/>
            <a:ext cx="1965960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6864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26864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SHAP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01184" y="2011680"/>
            <a:ext cx="1417320" cy="27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10312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92824" y="237744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03136" y="868680"/>
            <a:ext cx="1965960" cy="3520440"/>
          </a:xfrm>
          <a:prstGeom prst="rect">
            <a:avLst/>
          </a:prstGeom>
          <a:solidFill>
            <a:srgbClr val="122046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868680"/>
            <a:ext cx="1965960" cy="32004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914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03136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03136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77456" y="2011680"/>
            <a:ext cx="1417320" cy="2743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210312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filters + charts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requests   |   FHIR R4 · SNOMED CT   |   SQLite · Pandas   |   Scikit-learn · SHAP   |   Streamlit · Plotly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508760"/>
          </a:xfrm>
          <a:prstGeom prst="rect">
            <a:avLst/>
          </a:prstGeom>
          <a:solidFill>
            <a:srgbClr val="122046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65960" cy="1508760"/>
          </a:xfrm>
          <a:prstGeom prst="rect">
            <a:avLst/>
          </a:prstGeom>
          <a:solidFill>
            <a:srgbClr val="122046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822960"/>
            <a:ext cx="196596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50592" y="1627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(ROC Score)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65960" cy="1508760"/>
          </a:xfrm>
          <a:prstGeom prst="rect">
            <a:avLst/>
          </a:prstGeom>
          <a:solidFill>
            <a:srgbClr val="122046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822960"/>
            <a:ext cx="196596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26864" y="1627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(≥70)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1965960" cy="1508760"/>
          </a:xfrm>
          <a:prstGeom prst="rect">
            <a:avLst/>
          </a:prstGeom>
          <a:solidFill>
            <a:srgbClr val="122046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822960"/>
            <a:ext cx="196596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03136" y="1627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Manual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(AUC)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2926080"/>
            <a:ext cx="2234794" cy="2560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7914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3493008"/>
            <a:ext cx="2163470" cy="2560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6590" y="3447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0142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4059936"/>
            <a:ext cx="1949501" cy="256032"/>
          </a:xfrm>
          <a:prstGeom prst="rect">
            <a:avLst/>
          </a:prstGeom>
          <a:solidFill>
            <a:srgbClr val="90A4C4"/>
          </a:solidFill>
          <a:ln w="12700">
            <a:solidFill>
              <a:srgbClr val="90A4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2621" y="40142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862072"/>
            <a:ext cx="3931920" cy="365760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FHIR R4 API integration + OAuth2 flow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300984"/>
            <a:ext cx="3931920" cy="365760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SQL schema design + ETL pipeline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739896"/>
            <a:ext cx="3931920" cy="365760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Explainable ML with SHAP values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4178808"/>
            <a:ext cx="3931920" cy="365760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Plotly interactive dashboard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617720"/>
            <a:ext cx="3931920" cy="365760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636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Cloud deployment (Streamlit)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
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can build</a:t>
            </a:r>
            <a:endParaRPr lang="en-US" sz="2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 you.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eClinicalWorks sandbox (with access)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 for unstructured clinical notes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multi-trial matching engine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solidFill>
            <a:srgbClr val="122046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99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github.com/&lt;username&gt;/fhir-trial-recruiter   |   📊 Live Demo: streamlit.io   |   💼 linkedin.com/in/&lt;username&gt;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Trial Patient Recruitment Engine</dc:title>
  <dc:subject>PptxGenJS Presentation</dc:subject>
  <dc:creator>Data Scientist Candidate</dc:creator>
  <cp:lastModifiedBy>Data Scientist Candidate</cp:lastModifiedBy>
  <cp:revision>1</cp:revision>
  <dcterms:created xsi:type="dcterms:W3CDTF">2026-03-08T04:25:54Z</dcterms:created>
  <dcterms:modified xsi:type="dcterms:W3CDTF">2026-03-08T04:25:54Z</dcterms:modified>
</cp:coreProperties>
</file>